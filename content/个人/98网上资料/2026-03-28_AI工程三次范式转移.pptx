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AI工程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三次范式转移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从 Prompt 到 Context 到 Harness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三代工程范式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Prompt Engineering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2023-2024 · 优化人与模型的接口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Context Engineering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2025 · 优化模型的输入空间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Harness Engineering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2026 · 优化Agent的整个运行环境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B82F6"/>
                </a:solidFill>
              </a:rPr>
              <a:t>01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Prompt Engineering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2023-2024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核心问题：怎么跟模型说话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措辞、格式、few-shot、CoT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A78BFA"/>
                </a:solidFill>
              </a:rPr>
              <a:t>02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Context Engineering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2025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核心问题：把整个上下文窗口当作工程对象来设计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RAG、记忆系统、Tool Use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B6D4"/>
                </a:solidFill>
              </a:rPr>
              <a:t>03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Harness Engineering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核心问题：设计Agent的整个运行环境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Harness =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</a:rPr>
              <a:t>01  评估机制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</a:rPr>
              <a:t>02  架构约束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</a:rPr>
              <a:t>03  记忆治理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少了任何一层，Agent系统都会失控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Anthropic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6B6D4"/>
                </a:solidFill>
              </a:rPr>
              <a:t>让Agent互相评估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• Agent评估自己的工作基本没用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• 评估器用Playwright实际操作验证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• 生成器和评估器拆成两个独立Agent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评估闭环比自评估有效几个数量级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对比数据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trike="sngStrike" dirty="0">
                <a:solidFill>
                  <a:srgbClr val="EF4444"/>
                </a:solidFill>
              </a:rPr>
              <a:t>单Agent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20分钟 · $9 · 产出不能用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完整Harness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6小时 · $200 · 完整游戏交付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OpenAI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6B6D4"/>
                </a:solidFill>
              </a:rPr>
              <a:t>百万行代码零手写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• 五个月，小团队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• Codex Agent 构建生产系统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• 架构约束六层分层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• linter和CI机械化执行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记忆系统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6B6D4"/>
                </a:solidFill>
              </a:rPr>
              <a:t>组织级纵向学习能力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• Proof of Experience 共识机制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• Agent声誉加权投票验证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• 956 req/s写入 · 21.6ms P95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• 校准精度提升2倍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关键发现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两组绝对性能无统计差异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但学习轨迹完全不同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有记忆：红队评估难度0.8→3.0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无记忆：完全没有增长趋势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记忆带来的不是更高初始性能，而是持续学习能力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4B5563"/>
                </a:solidFill>
              </a:rPr>
              <a:t>"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Harness Engineering把Context Engineering、架构约束和垃圾回收编码成了机器可读的制品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— Martin Fowler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</a:rPr>
              <a:t>从训练模型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到训练Agent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到训练系统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</a:rPr>
              <a:t>评估 + 约束 + 记忆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Jason Zhu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AI工程三次范式转移</dc:title>
  <dc:subject>PptxGenJS Presentation</dc:subject>
  <dc:creator>Jason Zhu</dc:creator>
  <cp:lastModifiedBy>Jason Zhu</cp:lastModifiedBy>
  <cp:revision>1</cp:revision>
  <dcterms:created xsi:type="dcterms:W3CDTF">2026-03-28T11:35:20Z</dcterms:created>
  <dcterms:modified xsi:type="dcterms:W3CDTF">2026-03-28T11:35:20Z</dcterms:modified>
</cp:coreProperties>
</file>